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IDRM MVP — a people-centric disaster response platform, built as a simple, reliable modular monolith with a broader vision for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and mission, verbatim from Poster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from Poster 2. Out-of-scope items are the broader future vision, not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6. Designing for the whole lifecycle distinguishes IDRM from a simple ticketing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the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application, one process, one deployment — simple to run and evolve.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10 / MVP-04. Each layer has one job and talks mainly to its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14 — high-level data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MVP-05 / Poster 15 — every request passes the same disciplined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nine-step business workflow. Every module serves a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how it is built (MVP monolith).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25 — OWASP Top 10 mapped to IDRM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26 — many fast checks at the base, fewer broad checks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27 / MVP-05 CI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28 (Ubuntu). Primary MVP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signals + SLO/SLA targets (Poster 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training/mastery paths from 08-organization.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35 — the whole ecosystem in one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5156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96596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93392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Disaster Response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93392" y="25420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modular monolith — Python 3.12 · Flask + FastAPI · PostgreSQL/PostGIS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Serene by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564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evolve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stakeholder. Resilient communities.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Why IDRM exists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vision, stakeholders, domains, lifecycle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IDRM 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layers, modules, flows,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it is built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repository, database, ER model, GIS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Trust &amp; quality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threat model, testing, CI/CD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Running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deployment, observability, disaster recovery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People &amp; future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ownership, training, evolution roadmap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IDRM Exists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vision, problem, people, and purpose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 delay situational awareness.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coordination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information flow hurts timely decisions.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reporting reduces accuracy.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allocate and track resources.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last-mile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under-informed during emergencies.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standardisation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interoperability across tools.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VISION &amp;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headed, and 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disaster-resilient world where communities, institutions, and responders act early, respond faster, and recover stronger — saving lives and livelihoods.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people, processes, data, and technology on a unified platform that enables collaboration, situational awareness, and informed action across the disaster management lifecycle.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guiding principles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People-Centric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dignity, inclusion for 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Trust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accountability, privacy.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systems via open standards.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warnings, rapid response.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decisions from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long-term resilience.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data, tools, workflows.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accurate information.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alerts &amp; coordination.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Empowerment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volunteers &amp; citizens.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resources &amp; outcomes.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Ecosystem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partnerships.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MVP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&amp; dashboard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&amp; alerts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Tasking &amp; coordination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notifications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(basic)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access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audit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/ ML predictions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financial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recovery planning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hardware solutions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third-party integrations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IDRM serves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&amp; communities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needs, receive alerts.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9846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1014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NGOs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9302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skills, take tasks.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3660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1948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fire, medical, SDRF/NDRF.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5138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6306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administration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4594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allocate.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national agencies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oversight, escalation.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9846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41014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departments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59302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power, water, transport.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2492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3660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donors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1948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transparency.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5138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06306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public channels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4594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Disseminate verified updates.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personas &amp; responsibilities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incidents, request help, receive alerts, give feedback.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3317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4485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82773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availability, respond to tasks, share updates.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69434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0602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8890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alerts, execute response, share status.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75550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76718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95006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allocate resources, issue directives.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81667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82835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01123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security, settings.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business domains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classify, track, escalate.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fleet, shelters.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skills, assignments.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layers, routing, geofencing.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in-app alerts.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KPIs,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disaster lifecycle IDRM supports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094" y="29900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2748686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94406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4875581" y="29900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0173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85893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67067" y="29900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31659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77379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458554" y="29900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8" name="Shape 16"/>
          <p:cNvSpPr/>
          <p:nvPr/>
        </p:nvSpPr>
        <p:spPr>
          <a:xfrm>
            <a:off x="9623146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68866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supports the full lifecycle — not just the emergency itself — so communities prepare before and recover stronger after.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— the SDLC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Idea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feasibility, 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9846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1014" y="1682496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4101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98214" y="1664208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PRD &amp;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9302" y="2139696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 specs.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22492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3660" y="1682496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366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0860" y="1664208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Development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1948" y="2139696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standards, versioned.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05138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6306" y="1682496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23" name="Text 21"/>
          <p:cNvSpPr/>
          <p:nvPr/>
        </p:nvSpPr>
        <p:spPr>
          <a:xfrm>
            <a:off x="930630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63506" y="1664208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4594" y="2139696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performance, UAT.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5568" y="4146804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Deployment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" y="4622292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go-live, rollback.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9846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41014" y="4165092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33" name="Text 31"/>
          <p:cNvSpPr/>
          <p:nvPr/>
        </p:nvSpPr>
        <p:spPr>
          <a:xfrm>
            <a:off x="354101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98214" y="4146804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Operations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59302" y="4622292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backup, support, SLA.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22492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FF1E0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23660" y="4165092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23660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0860" y="4146804"/>
            <a:ext cx="1803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Continuous Improvement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41948" y="4622292"/>
            <a:ext cx="220599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tuning, roadmap.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IDRM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one application, cleanly modular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monolith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99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(Flask UI) · REST APIs (FastAPI) · Admin/Ops · Mobile/PWA (future) · Third-party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127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— one Python 3.12 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(Flask/Jinja2) · APIs (FastAPI) · Background jobs (threading · APScheduler) · Business modules · Cross-cutting (security · logging · config)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23B7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(primary) · Redis (cache/sessions) · Object / file storage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481328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4813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&amp; Interaction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089404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08940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Functional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697480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Business Services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3305556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33055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Platform Services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3913632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9136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&amp; Integration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4521708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45217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Intelligence &amp; Decision Support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5129784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512978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Operations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5737860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54480" y="57378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Security, Governance &amp;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FUNCTION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assessment, planning, SOPs.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detection, alerts.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mgmt, field 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allocation, tracking.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deployment.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Monitoring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maps, KPIs.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RBAC.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classify, track.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deployments.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/ Responder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assignments.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layers, routing.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Alerts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in-app.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6656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dashboards.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00728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01896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Media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20184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attachments.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4256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5424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Activity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63712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sense to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/ Sense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3042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/ Alert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3042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3042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/ Execute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Track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712208" y="37673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68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25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/ Learn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303008" y="37673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76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133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/ Prepare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captured, validated, turned into situational awareness, acted on, tracked, and fed back into preparedness.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PACKET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is processed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1899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Edge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1899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(NGINX)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1899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(Flask · FastAPI)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11274552" cy="2651760"/>
          </a:xfrm>
          <a:prstGeom prst="roundRect">
            <a:avLst>
              <a:gd name="adj" fmla="val 310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255264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processing pipeline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" y="3657600"/>
            <a:ext cx="108539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(CORS, auth, log)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(Pydantic)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Business → Data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(serialize, headers)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business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149148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165608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180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8180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294640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9212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07212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423672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8244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36244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704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276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65276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736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308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4308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4" name="Shape 22"/>
          <p:cNvSpPr/>
          <p:nvPr/>
        </p:nvSpPr>
        <p:spPr>
          <a:xfrm>
            <a:off x="810768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5340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23340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7" name="Shape 25"/>
          <p:cNvSpPr/>
          <p:nvPr/>
        </p:nvSpPr>
        <p:spPr>
          <a:xfrm>
            <a:off x="939800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4372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10523728" y="25100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8832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73404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7: information, people, and resources flow from early warning through response to recovery and continuous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data — the MVP stack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(MVP) — and 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for the whole 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Jinja2 + Bootstrap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Server-rendered, accessible web UI.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REST APIs, OpenAPI docs.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· APScheduler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656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background &amp; scheduled jobs.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0728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Alembic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0184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and versioned migrations.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44256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3712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with maps built 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and sessions (optional).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00728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01896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(Miniconda)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20184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toolchain.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4256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5424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· Uvicorn · NGINX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63712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Flask &amp; FastAPI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 (monolith)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— one codebase.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app/models · schemas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(SQLAlchemy) &amp; validation (Pydantic).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per module.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app/apis · routes · templates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Flask views, Jinja2 pages.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app/tasks · utils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&amp; shared helpers.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tests · scripts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Alembic, pytest, automation.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shapes, spatial queries.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cache &amp; sessions (optional).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media, backups (S3-compatible).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groups (18 tables, Poster 22)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Administration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organizations · locations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· incident_types · incident_updates ·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282696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Management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3685032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· resources · resource_types · deployments · tasks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136392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282696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Content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3685032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media · geospatial_data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91456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93776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Audit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5340096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communication_logs · audit_logs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22492" y="4791456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23660" y="493776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1948" y="5340096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keys · created_at/updated_at · PostGIS geometry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architecture (MVP)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queries spatial data (EPSG:4326).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via Python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Reads/writes/transforms geodata — no separate map server.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in the browser.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boundaries, hazard zones, assets, routes, areas.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· proven by testing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OIDC-ready.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in transit, at rest.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rejects bad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who-did-what.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safe cookies, hardening.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THREATS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common web risks (injection, XSS, access).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Spoofing, Tampering, Repudiation, Info disclosure, DoS, Elevation.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earned at every boundary — authenticate, validate, rate-limit.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OWASP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 → key mitigations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093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Broken Access Control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35808" y="16093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least privilege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7EDF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323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Cryptographic Failures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5808" y="2432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1.2+, encryption, secrets mgmt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552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Injection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35808" y="32552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parameterized queries, 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7E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0782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Insecure Design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35808" y="40782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SDLC, threat modeling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9011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Misconfiguration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35808" y="49011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config mgmt, patching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5352" y="155448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7E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16093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 Vulnerable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23960" y="16093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scanning, updates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5352" y="237744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9944" y="24323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Auth Failures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23960" y="2432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OIDC, MFA, rate limiting, lockout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5352" y="320040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7ED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9944" y="32552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 Integrity Failures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23960" y="32552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Signing, checksums, integrity checks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5352" y="40233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40782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 Logging Failures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0782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logs, alerts, retention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484632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7EDF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9944" y="49011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SSRF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23960" y="49011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filtering, URL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pyramid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18408" y="160020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18408" y="1709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 ~5%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18408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user workflows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95448" y="2587752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95448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~20%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95448" y="30449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endpoint &amp; contract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81048" y="3575304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81048" y="3685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~15%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81048" y="4032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+ database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648" y="4562856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1D4E9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6648" y="4672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~60%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6648" y="5020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database, performance, security, contract, and user-acceptance testing. Coverage target ≈ 80%.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commit to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929384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2093976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9696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566160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76472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5202936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67528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3248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839712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0024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8476488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0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0113264" y="276148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77856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23576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GitHub Actions. If any stage fails, the change stops there — problems are caught before users.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a standalone Ubuntu server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Ubuntu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9601200" cy="1097280"/>
          </a:xfrm>
          <a:prstGeom prst="roundRect">
            <a:avLst>
              <a:gd name="adj" fmla="val 6667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847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TLS · static files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80160" y="3108960"/>
            <a:ext cx="9601200" cy="1554480"/>
          </a:xfrm>
          <a:prstGeom prst="roundRect">
            <a:avLst>
              <a:gd name="adj" fmla="val 4706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218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application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611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→ Flask UI · Uvicorn → FastAPI · in-process jobs (systemd-managed)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4937760"/>
            <a:ext cx="9601200" cy="1097280"/>
          </a:xfrm>
          <a:prstGeom prst="roundRect">
            <a:avLst>
              <a:gd name="adj" fmla="val 6667"/>
            </a:avLst>
          </a:prstGeom>
          <a:solidFill>
            <a:srgbClr val="123B7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5047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5440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· Redis · Object / file storage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· ~4 vCPU / 16 GB / 500 GB SSD · ports 22 / 80 / 443 only · SSH-key, Fail2Ban, Let’s Encrypt · AWS is a future variant.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what the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 correlation IDs (Loki / ELK).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9846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1014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9302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latency, resources (Prometheus / Grafana).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2492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3660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1948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&amp; bottlenecks (OpenTelemetry / Tempo).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05138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6306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4594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→ email / SMS / webhook (Alertmanager).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11274552" cy="1600200"/>
          </a:xfrm>
          <a:prstGeom prst="roundRect">
            <a:avLst>
              <a:gd name="adj" fmla="val 5143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306824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targets (SLO / SLA)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4709160"/>
            <a:ext cx="10853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99.5%   ·   API p95 &lt; 800 ms   ·   Error rate &lt; 1%   ·   Incident ack &lt; 5 min   ·   P1 resolution &lt; 1 hr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RECOVERY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DB &amp; file copies, local + off-site.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restore procedure.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Standby/recovery; grows with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recent data you can afford to lose.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you must be back up.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never means lost data.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Future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ownership, growth, and evolution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across the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Business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scope, priorities.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standards.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Frontend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logic, accessible 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GIS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migrations, maps.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QA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test strategy.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monitor, backups.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(RACI — one accountable owner)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API Lead · Consulted: Backend, Security, QA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DBA · Consulted: Backend, Sys Admin,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Security Eng. · Consulted: DevSecOps,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QA Manager · Consulted: Developers, Product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Tech Writer · Consulted: Architect, Devs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DevOps · Consulted: Developers, QA, Security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 → mastery, for every role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8529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8529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0B2E63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852928"/>
            <a:ext cx="146304" cy="146304"/>
          </a:xfrm>
          <a:prstGeom prst="triangle">
            <a:avLst/>
          </a:prstGeom>
          <a:solidFill>
            <a:srgbClr val="FF99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147A3D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follows a four-rung ladder — understand the why &amp; what, do the core work, work independently, then set direction and mentor — guided by the documentation set.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grow with confidence — 10 years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0–1 · Core modules, RBAC &amp; audit, maps &amp; basic analytics, stable on-prem.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Stabilization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1–2 · Performance, HA, data governance, agency integrations, DR.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2–3 · API ecosystem, GIS/remote sensing, IoT feeds, data sharing.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C05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Intelligence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3–5 · AI/ML prediction, NLP, predictive alerts, decision support.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147A3D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Autonomy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5–7 · Workflow automation, auto-dispatch, chatbot, computer vision.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1D4E9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Resilience 2.0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7–10 · Self-healing, cross-border interop, community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responders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partners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7EDF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35424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· Resource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· GIS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4736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94192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app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DB with maps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observable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today. Protected tomorrow.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 service of humanity.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23B77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communities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one platform, every stakeholder, resilient communities.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map &amp;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DOCS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set (00–08)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→ Foundation → Architecture → Engineering → Data → Security → Quality → Operations → Organization.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(90)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history (99)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ADRs, conformance record, change log.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deep-dive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· architecture &amp; design · API + OpenAPI · data model · traceability.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· Responder · Coordinator · Administrator.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visual source.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STANDARDS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 all 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22301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6F3EA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2023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data protection &amp; privacy.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IDRM MVP</dc:title>
  <dc:subject>PptxGenJS Presentation</dc:subject>
  <dc:creator>IDRM</dc:creator>
  <cp:lastModifiedBy>IDRM</cp:lastModifiedBy>
  <cp:revision>1</cp:revision>
  <dcterms:created xsi:type="dcterms:W3CDTF">2026-08-09T05:01:56Z</dcterms:created>
  <dcterms:modified xsi:type="dcterms:W3CDTF">2026-08-09T05:01:56Z</dcterms:modified>
</cp:coreProperties>
</file>